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57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91" d="100"/>
          <a:sy n="91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pt-BR&amp;assetid=WA200003233&amp;isWac=True&amp;ui=pt-BR&amp;ad=B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>
                <a:extLst>
                  <a:ext uri="{FF2B5EF4-FFF2-40B4-BE49-F238E27FC236}">
                    <a16:creationId xmlns:a16="http://schemas.microsoft.com/office/drawing/2014/main" id="{664C97D7-8615-14BC-B3E9-7091EF6D51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714374"/>
              <a:ext cx="9144000" cy="542925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Suplemento 1">
                <a:extLst>
                  <a:ext uri="{FF2B5EF4-FFF2-40B4-BE49-F238E27FC236}">
                    <a16:creationId xmlns:a16="http://schemas.microsoft.com/office/drawing/2014/main" id="{664C97D7-8615-14BC-B3E9-7091EF6D51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714374"/>
                <a:ext cx="9144000" cy="54292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4628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Retorne ao navegador da Internet ou copie este link no seu navegador: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https://pages.store.office.com/addinsinstallpage.aspx?rs=pt-BR&amp;assetid=WA200003233&amp;isWac=True&amp;ui=pt-BR&amp;ad=BR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Precisa de mais ajuda?</a:t>
            </a:r>
          </a:p>
        </p:txBody>
      </p:sp>
      <p:pic>
        <p:nvPicPr>
          <p:cNvPr id="17" name="LaunchHelpImage" descr="Faixa de opções do Office aberta na guia Página Inicial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Página Inicial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Na guia Página Inicial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Depois de instalar o suplemento, você pode iniciá-lo escolhendo o botão suplemento na guia Página Inicial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Reiniciar o suplemento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Ícone para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0601a160-8d19-45cb-bc5f-d8bf21a10842}">
  <we:reference id="WA200003233" version="2.0.0.3" store="pt-BR" storeType="OMEX"/>
  <we:alternateReferences/>
  <we:properties>
    <we:property name="Microsoft.Office.CampaignId" value="&quot;none&quot;"/>
    <we:property name="reportUrl" value="&quot;/groups/me/reports/7712a191-ff1f-49ec-beed-fbdd7347017b/822ca7bfd9051a6e09b5?bookmarkGuid=47d1aa53-ff42-4c6a-9422-46cc8e19d3a6&amp;bookmarkUsage=1&amp;ctid=afc74c55-53c2-41d7-abc6-e04ed4e9c61a&amp;fromEntryPoint=export&quot;"/>
    <we:property name="reportState" value="&quot;CONNECTED&quot;"/>
    <we:property name="artifactViewState" value="&quot;live&quot;"/>
    <we:property name="reportEmbeddedTime" value="&quot;2026-08-01T21:04:00.259Z&quot;"/>
    <we:property name="creatorSessionId" value="&quot;cbbac7c8-e210-4e99-aeeb-3e2e6e521d3b&quot;"/>
    <we:property name="creatorUserId" value="&quot;10032005E75E7B50&quot;"/>
    <we:property name="creatorTenantId" value="&quot;afc74c55-53c2-41d7-abc6-e04ed4e9c61a&quot;"/>
    <we:property name="pageDisplayName" value="&quot;Relatório de Vendas&quot;"/>
    <we:property name="pageName" value="&quot;822ca7bfd9051a6e09b5&quot;"/>
    <we:property name="reportName" value="&quot;financials_reports&quot;"/>
    <we:property name="isVisualContainerHeaderHidden" value="false"/>
    <we:property name="isFiltersActionButtonVisible" value="true"/>
    <we:property name="initialStateBookmark" value="&quot;H4sIAAAAAAAAA+1a3XLdthF+FQ1vcqNpF/+A7yzZaTOxHY+dKBcdT2cBLCVmjshTkkexotELdSZP4Rfrkjxy5OjITGk51VTWjUgA58PuYv+JiyJX3XqF5y/wlIpHxTd1rhLmpt0LxX5RT4MH33337fPHr77954vHz5/ycLPuq6buikcXRY/tMfVHVbfB1QDBg/94s1/gavUSj4e3Elcd7RdrarumxlX1C02LeapvN3S5X9Db9appcYB83WNPA+wZL+d33lv8RfGOmPrqjF5T6qdRL2VCF8scwAi0BCEaXtZNC0bKdi4ZoMftD5u6x6rmbYYxAIfG69LbqIG0dKTGtWW16rdL4vnTt+uWuWOez9eDVB7nM6wT5WJkoaVuoviieHx83NIx9tvXpx9MHjarzemO8dfNpk30ispxqu6r/pz3KKua96gGcV2yqF62DQtynDmiOmO39+zdr//aVMPTX/deUaKqx3Hl15t6KysYXk+anw9bYuHmYeANj3RVfbzansVvYvl+Yi1hO7DVxJ9YoAP7/IOmzdQenI8SeFK1V0ch93/HyL3jntnlIZDKkISsrUwuhgwB4+wRH7LEjpuWLWJ145TvipUnuCX6vzyjblUlaj84peKU2BqHhzyADoysp40qmuabPE7TyOdF8axi3ifsI1xtBtivDqj/maj+imm6kt0tRy9+f/R3LJLLN1eGz3M/XTPtkdZuJOeOt2R2B10xoEWpgKzX2oD1DtSA89HzwJG+g03fMwUf2M4EmVRpFTqlU3Yp5aRgFrI7Qf5/E8siSY0pGw8pk4pahk8lLxpIFCWCcRFCduTyYvJKwphlZh5B50BRI9wLS3tNx6dU980Oa9t/EF59ten4BCgfYHt4gm3/f+Tib/EUW7U6v1NfcU2PJn8htMkeYpBAEGVWwml5Q+OnBOuicC6qyPYRgf88Oxkv3TC+zbV2Tu9faed0st836xc8NsGPDvEqXeKj+rptTqck7McTPuwt55zWXR3XNQx++6an08NmU/fFIzP6+w/VSgz8XTPXLZUy6sDuTHnlrIsiQErpNyr/DGPmx7z5YstfbPmu1GhrygYIMwWhwDphAlcCi+O0iBDRhKTBGDAUpM9+MVZKYDRIyj4kp0kGsrNY1SnXYDexpEhWcFaTIKG1ICDmNIvV09s+Nm93oOlgANnKEkgZjBFO6nteOz2hLnH913QPoVT6CLNTdi+D0ICRAkTBsQstQFyqphy2nE9D7NKQlefwAPOqdRtWsiZzgiuEySkorSUtxlIpBe+89i7I7NkqraXFWCScDagcSeszKAhqMZaGkusMX4Ji83bWRgnzxvOx8Pr3igu6Np2cP6MzWt3UnvfzN6eudOYI22rqxoyatlADt/2k92DF7qL3Gj3bZ44QuJdpbyhhJ6gtK8Xzd//uHmq8R167M87Ph8oHoBJT7NZScGAUxnMIylZp53CxIzOcxmuhbBYxsUN03of70S566EVsbupN/yXjvaPqdf+q/T/8eOoOFidVzlQXkxl4jpomEqjgPCCSyrjUpCyJpKwCwGwsJ7M2m3TPE8XDl0cPIUXcyeaUHNoyai6EtJEkOKvLOqj5XuOttYKLFkgbFMSlRzDE9cfiNqPPRhOUQXgEo4Im7ecrtVsp85xilqydliSIbACsXExZUDkmNCV4S96hTpTm49AttRpCIFGmkoSOzObwFWtxsonSOVdGgwGyBZlE0ouNGa0rs8hkFBt04FLS6+U8Ys6WYkg2aMwxRkzzDeP/rWP4oWannqnbG/z84N8/i5sYe2+c0jjSwsWkuUpILuDihkRMRgdtS6e51rMhY/Dqngt6G0cP2k3/mYR8z3zxDMOTV05GoRReBS8RvPEaYb4bdItSJIYJkfUiBxfBqwhCzGJ9/GtSis6W3mYOGTnowM7eLdbZzNWxEam0kBII5jWbxU4rKxGjKim7SDJooSHN6/+f0szGd78+2NK2b4lOcf2HCtu/tc1mfbcN4K3o53PhHDgZjtJyHPZGq8ivcqkmkpTgkg8ykw6cZBM5sxjLpTKSAsW1qjPRRu8/rYf0RavvomHzy6al539QrT/Pp433mj1MlCAQQWoaclLwkcuwT700UKJI0nJZaBS4EHyGOJ8DrjkFfIFnFR9u0+7ATDaxZ7Za62gEegNioWGMcLvuxjSbvltjopdY0447MqyIWGfK2+fb7smM99omx8C0VHE1d7FmuO32/k7N5eV/ALIc1EN5JwAA&quot;"/>
    <we:property name="bookmark" value="&quot;H4sIAAAAAAAAA+1a3XLdthF+FQ1vcqNpF/+A7yzZaTOxHY+dKBcdT2cBLCVmjshTkkexotELdSZP4Rfrkjxy5OjITGk51VTWjUgA58PuYv+JiyJX3XqF5y/wlIpHxTd1rhLmpt0LxX5RT4MH33337fPHr77954vHz5/ycLPuq6buikcXRY/tMfVHVbfB1QDBg/94s1/gavUSj4e3Elcd7RdrarumxlX1C02LeapvN3S5X9Db9appcYB83WNPA+wZL+d33lv8RfGOmPrqjF5T6qdRL2VCF8scwAi0BCEaXtZNC0bKdi4ZoMftD5u6x6rmbYYxAIfG69LbqIG0dKTGtWW16rdL4vnTt+uWuWOez9eDVB7nM6wT5WJkoaVuoviieHx83NIx9tvXpx9MHjarzemO8dfNpk30ispxqu6r/pz3KKua96gGcV2yqF62DQtynDmiOmO39+zdr//aVMPTX/deUaKqx3Hl15t6KysYXk+anw9bYuHmYeANj3RVfbzansVvYvl+Yi1hO7DVxJ9YoAP7/IOmzdQenI8SeFK1V0ch93/HyL3jntnlIZDKkISsrUwuhgwB4+wRH7LEjpuWLWJ145TvipUnuCX6vzyjblUlaj84peKU2BqHhzyADoysp40qmuabPE7TyOdF8axi3ifsI1xtBtivDqj/maj+imm6kt0tRy9+f/R3LJLLN1eGz3M/XTPtkdZuJOeOt2R2B10xoEWpgKzX2oD1DtSA89HzwJG+g03fMwUf2M4EmVRpFTqlU3Yp5aRgFrI7Qf5/E8siSY0pGw8pk4pahk8lLxpIFCWCcRFCduTyYvJKwphlZh5B50BRI9wLS3tNx6dU980Oa9t/EF59ten4BCgfYHt4gm3/f+Tib/EUW7U6v1NfcU2PJn8htMkeYpBAEGVWwml5Q+OnBOuicC6qyPYRgf88Oxkv3TC+zbV2Tu9faed0st836xc8NsGPDvEqXeKj+rptTqck7McTPuwt55zWXR3XNQx++6an08NmU/fFIzP6+w/VSgz8XTPXLZUy6sDuTHnlrIsiQErpNyr/DGPmx7z5YstfbPmu1GhrygYIMwWhwDphAlcCi+O0iBDRhKTBGDAUpM9+MVZKYDRIyj4kp0kGsrNY1SnXYDexpEhWcFaTIKG1ICDmNIvV09s+Nm93oOlgANnKEkgZjBFO6nteOz2hLnH913QPoVT6CLNTdi+D0ICRAkTBsQstQFyqphy2nE9D7NKQlefwAPOqdRtWsiZzgiuEySkorSUtxlIpBe+89i7I7NkqraXFWCScDagcSeszKAhqMZaGkusMX4Ji83bWRgnzxvOx8Pr3igu6Np2cP6MzWt3UnvfzN6eudOYI22rqxoyatlADt/2k92DF7qL3Gj3bZ44QuJdpbyhhJ6gtK8Xzd//uHmq8R167M87Ph8oHoBJT7NZScGAUxnMIylZp53CxIzOcxmuhbBYxsUN03of70S566EVsbupN/yXjvaPqdf+q/T/8eOoOFidVzlQXkxl4jpomEqjgPCCSyrjUpCyJpKwCwGwsJ7M2m3TPE8XDl0cPIUXcyeaUHNoyai6EtJEkOKvLOqj5XuOttYKLFkgbFMSlRzDE9cfiNqPPRhOUQXgEo4Im7ecrtVsp85xilqydliSIbACsXExZUDkmNCV4S96hTpTm49AttRpCIFGmkoSOzObwFWtxsonSOVdGgwGyBZlE0ouNGa0rs8hkFBt04FLS6+U8Ys6WYkg2aMwxRkzzDeP/rWP4oWannqnbG/z84N8/i5sYe2+c0jjSwsWkuUpILuDihkRMRgdtS6e51rMhY/Dqngt6G0cP2k3/mYR8z3zxDMOTV05GoRReBS8RvPEaYb4bdItSJIYJkfUiBxfBqwhCzGJ9/GtSis6W3mYOGTnowM7eLdbZzNWxEam0kBII5jWbxU4rKxGjKim7SDJooSHN6/+f0szGd78+2NK2b4lOcf2HCtu/tc1mfbcN4K3o53PhHDgZjtJyHPZGq8ivcqkmkpTgkg8ykw6cZBM5sxjLpTKSAsW1qjPRRu8/rYf0RavvomHzy6al539QrT/Pp433mj1MlCAQQWoaclLwkcuwT700UKJI0nJZaBS4EHyGOJ8DrjkFfIFnFR9u0+7ATDaxZ7Za62gEegNioWGMcLvuxjSbvltjopdY0447MqyIWGfK2+fb7smM99omx8C0VHE1d7FmuO32/k7N5eV/ALIc1EN5JwAA&quot;"/>
    <we:property name="datasetId" value="&quot;721fcb5a-aee6-43a5-8802-3e20c0b2d3ff&quot;"/>
    <we:property name="embedUrl" value="&quot;/reportEmbed?reportId=7712a191-ff1f-49ec-beed-fbdd7347017b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E657A4E-B613-4608-A335-AB917207E5A6}">
  <we:reference id="wa200003233" version="2.0.0.3" store="pt-BR" storeType="OMEX"/>
  <we:alternateReferences>
    <we:reference id="WA200003233" version="2.0.0.3" store="" storeType="OMEX"/>
  </we:alternateReferences>
  <we:properties>
    <we:property name="embedUrl" value="&quot;/reportEmbed?reportId=7712a191-ff1f-49ec-beed-fbdd7347017b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bookmark" value="&quot;H4sIAAAAAAAAA+1Z23LbNhD9FQ+fNSlI3Mi8OY477cRJPLbHLx1PZwEsZaQUqYCkazXjT8pX5Me6IKncbEetnHuiF4HgavfsYrF7AL1InG+XFayewAKT+8nvtfMWXBN2imSW1OPkg6dPHz3ePXr055Pdx/s03Sw739Rtcv9F0kGYY3fq2x6qqIIm/zibJVBVhzCPTyVULc6SJYa2qaHy/+AoTK+60OPVLMHLZdUEiCqPO+gwqr0gcXom2+k9ThbBdv4Cj9F202xRci4FaLBpqgRKZJrE2lFgQHajSFQ9mN9r6g58TWbiHMud5HnOuHKMOS0ZRxbnS191k4hZ7V8uA3lHPq+WMSp7hHXeBApXlQxeBGxH0C+SvabqF8No/53546YPFo+wHF7Vne9WpKn0NdTWx6BcUUAOQ0PhGt4cwquX4+R58/deQDLpkvvs6oxmWl/Pqymabxw7GcGBuyCV6I4rbzFMQrRy5hmFKDp0FZVmKbMCcmsYgs4ZpDz9Ovw+xvkC6665wfXZayC7k4/XUOzO5wHn0E2P+58E4kFvw4jv176e8pJtsVK26lsKNroR2N45hO7dlaKH4DA8WA2r8NCH9TbIZu/58CUdvzpbb1OSffbWRpzyZUT/CRLkbExlpS3PUUuntcmc41ybn6n8eVPZNXXf/Uzg7RKYg8wyARkiplpYzgzjd0rg3zwGCPZ8dYAXWF1H/Pr99VdrnKcQ/NiYB++29HqiFq+VJe8E4iF0MIi9hWcaP+897DjccSQyqppcSU6CJ67RBfwBdtXfJBmIRlU37qzNGfuj5MG4jYQoeamdyyTtH2uZdiPt+2CI23Og72v0SBidFxZKlmfaaq1lAWyjLr8g4ntdl5QmReKXhrEMJEpwLNsWl1R5Rh9kymYpiLzIi826YEiPB33XDZF/X6UllYxiJY1kKXC0mdzWVSWlEi6ndixlJqmYAWztqip0irkRLhOFAJU6o4qNujq87ExzeYM2k+ZY2KiTWanzzBh1B20IqeUlV4bc1MpyrTan2pJC9gQuPFWfJlzXqWUGLHM65TplonDOjDTmDkubQ86FcaXgQpgUpHLF5iy+1elC0TFBFoKOSUwwrkFJse3iFoUtC7SSdoQxjnGZ83xbXaBLmxUyS1NUplDWZlmxsX1+Ew1i9nlPnKFx/Y1sdWOjOgIHYWhSqRAqTQultBT62+SCQ04BaiM5k1Q3qNLGUqt/nin+G8RTrB20OwevXlL3jqNfdo7Qop+a/A9x0Pg/MfiCp4/Z+g4w/njRuBjhc+8c1slQWolIMSlyYK5IjWacO7a5J93CDUzGJdEW6hpGccVIWYHblnxjjCgzSFNFVEgQr6LRHXulA6k1MZbMAjqFLCWq9b11kVvhfixEu/WHC9NXfXHq0DaLZdP6GMmTgGu5r7nOfOBCg6ILdbu+Wm8HvKGphlG0WoGvyQ2SrOKRahR43mNYkflB6I3Ze3FhSdK3BLyCZRtDGi/xaYqKRYT5CFftRy1UYy4NRg99Xb9lsT1o7F/r55hdt6EeU+Em3FFvaJouYll7cApVv/4Xw7cnzZxSZS0+sgIUxFvpNMKUNoqItS1yt20JK7lzxMyzXGkkQk1HHfGdsNbN994Q3PsBGWLyZiZZYJgP7aHpu3YJFg+hxiEUyxGQx0FuyHKHbhqH+H3gKYKj3WFNo1Pxv6ixpxEUbyrc8IO46skAK14uXP0L1/7Qri0bAAA=&quot;"/>
    <we:property name="datasetId" value="&quot;721fcb5a-aee6-43a5-8802-3e20c0b2d3ff&quot;"/>
    <we:property name="pageName" value="&quot;19f3354a7ac1164e5e07&quot;"/>
    <we:property name="reportUrl" value="&quot;/groups/me/reports/7712a191-ff1f-49ec-beed-fbdd7347017b/19f3354a7ac1164e5e07&quot;"/>
    <we:property name="reportName" value="&quot;financials_reports&quot;"/>
    <we:property name="reportState" value="&quot;CONNECTED&quot;"/>
    <we:property name="pageDisplayName" value="&quot;Relatório de Lucro&quot;"/>
    <we:property name="backgroundColor" value="&quot;#FFFFFF&quot;"/>
    <we:property name="initialStateBookmark" value="&quot;H4sIAAAAAAAAA+1Z23LbNhD9FQ+fNSlI3Mi8OY477cRJPLbHLx1PZwEsZaQUqYCkazXjT8pX5Me6IKncbEetnHuiF4HgavfsYrF7AL1InG+XFayewAKT+8nvtfMWXBN2imSW1OPkg6dPHz3ePXr055Pdx/s03Sw739Rtcv9F0kGYY3fq2x6qqIIm/zibJVBVhzCPTyVULc6SJYa2qaHy/+AoTK+60OPVLMHLZdUEiCqPO+gwqr0gcXom2+k9ThbBdv4Cj9F202xRci4FaLBpqgRKZJrE2lFgQHajSFQ9mN9r6g58TWbiHMud5HnOuHKMOS0ZRxbnS191k4hZ7V8uA3lHPq+WMSp7hHXeBApXlQxeBGxH0C+SvabqF8No/53546YPFo+wHF7Vne9WpKn0NdTWx6BcUUAOQ0PhGt4cwquX4+R58/deQDLpkvvs6oxmWl/Pqymabxw7GcGBuyCV6I4rbzFMQrRy5hmFKDp0FZVmKbMCcmsYgs4ZpDz9Ovw+xvkC6665wfXZayC7k4/XUOzO5wHn0E2P+58E4kFvw4jv176e8pJtsVK26lsKNroR2N45hO7dlaKH4DA8WA2r8NCH9TbIZu/58CUdvzpbb1OSffbWRpzyZUT/CRLkbExlpS3PUUuntcmc41ybn6n8eVPZNXXf/Uzg7RKYg8wyARkiplpYzgzjd0rg3zwGCPZ8dYAXWF1H/Pr99VdrnKcQ/NiYB++29HqiFq+VJe8E4iF0MIi9hWcaP+897DjccSQyqppcSU6CJ67RBfwBdtXfJBmIRlU37qzNGfuj5MG4jYQoeamdyyTtH2uZdiPt+2CI23Og72v0SBidFxZKlmfaaq1lAWyjLr8g4ntdl5QmReKXhrEMJEpwLNsWl1R5Rh9kymYpiLzIi826YEiPB33XDZF/X6UllYxiJY1kKXC0mdzWVSWlEi6ndixlJqmYAWztqip0irkRLhOFAJU6o4qNujq87ExzeYM2k+ZY2KiTWanzzBh1B20IqeUlV4bc1MpyrTan2pJC9gQuPFWfJlzXqWUGLHM65TplonDOjDTmDkubQ86FcaXgQpgUpHLF5iy+1elC0TFBFoKOSUwwrkFJse3iFoUtC7SSdoQxjnGZ83xbXaBLmxUyS1NUplDWZlmxsX1+Ew1i9nlPnKFx/Y1sdWOjOgIHYWhSqRAqTQultBT62+SCQ04BaiM5k1Q3qNLGUqt/nin+G8RTrB20OwevXlL3jqNfdo7Qop+a/A9x0Pg/MfiCp4/Z+g4w/njRuBjhc+8c1slQWolIMSlyYK5IjWacO7a5J93CDUzGJdEW6hpGccVIWYHblnxjjCgzSFNFVEgQr6LRHXulA6k1MZbMAjqFLCWq9b11kVvhfixEu/WHC9NXfXHq0DaLZdP6GMmTgGu5r7nOfOBCg6ILdbu+Wm8HvKGphlG0WoGvyQ2SrOKRahR43mNYkflB6I3Ze3FhSdK3BLyCZRtDGi/xaYqKRYT5CFftRy1UYy4NRg99Xb9lsT1o7F/r55hdt6EeU+Em3FFvaJouYll7cApVv/4Xw7cnzZxSZS0+sgIUxFvpNMKUNoqItS1yt20JK7lzxMyzXGkkQk1HHfGdsNbN994Q3PsBGWLyZiZZYJgP7aHpu3YJFg+hxiEUyxGQx0FuyHKHbhqH+H3gKYKj3WFNo1Pxv6ixpxEUbyrc8IO46skAK14uXP0L1/7Qri0bAAA=&quot;"/>
    <we:property name="isFiltersActionButtonVisible" value="true"/>
    <we:property name="isVisualContainerHeaderHidden" value="false"/>
    <we:property name="reportEmbeddedTime" value="&quot;2026-08-01T21:04:46.434Z&quot;"/>
    <we:property name="creatorTenantId" value="&quot;afc74c55-53c2-41d7-abc6-e04ed4e9c61a&quot;"/>
    <we:property name="creatorUserId" value="&quot;10032005E75E7B50&quot;"/>
    <we:property name="creatorSessionId" value="&quot;8f5aaf05-6751-45b9-962d-76261cf24aea&quot;"/>
    <we:property name="artifactViewState" value="&quot;liv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84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Apresentação do PowerPoint</vt:lpstr>
      <vt:lpstr>Reiniciar o suplemento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Lucio M Vale</cp:lastModifiedBy>
  <cp:revision>3</cp:revision>
  <dcterms:created xsi:type="dcterms:W3CDTF">2018-06-07T21:39:02Z</dcterms:created>
  <dcterms:modified xsi:type="dcterms:W3CDTF">2026-08-01T21:05:05Z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